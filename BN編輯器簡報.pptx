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蝦皮大學課程活動素材工具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編輯器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個版位 × 20 個主題：匯入工單文案與素材包、調整人物照片位置，一次下載整包 BN 圖。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A3733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A3733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4343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A3733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4343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第一次打開怎麼做</a:t>
            </a:r>
            <a:endParaRPr lang="en-US" sz="3800" dirty="0"/>
          </a:p>
        </p:txBody>
      </p:sp>
      <p:pic>
        <p:nvPicPr>
          <p:cNvPr id="4" name="Image 0" descr="E:\TSE\#Y26 ai優化\04_蝦大\V1\docs\截圖\bn-01-on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4056" y="1874520"/>
            <a:ext cx="6729984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34056" y="1874520"/>
            <a:ext cx="6729984" cy="420624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沒有資料時（全新專案，或剛按過「全部清除」）會自動跳出匯入精靈：三張卡並排，工單與素材包都完成「完成」鈕才會亮；暫存檔卡獨立，成功即關閉精靈。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頂列工具</a:t>
            </a:r>
            <a:endParaRPr lang="en-US" sz="3800" dirty="0"/>
          </a:p>
        </p:txBody>
      </p:sp>
      <p:pic>
        <p:nvPicPr>
          <p:cNvPr id="4" name="Image 0" descr="E:\TSE\#Y26 ai優化\04_蝦大\V1\docs\截圖\bn-02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76779"/>
            <a:ext cx="10241280" cy="33284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78408" y="2576779"/>
            <a:ext cx="10241280" cy="332842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393192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匯入選單：工單文案（.xlsx）、素材包（整個資料夾）、暫存檔（.json）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復原／重做：Ctrl Z ／ Ctrl Shift Z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全部清除（紅字）跳確認、可復原；下載暫存檔只存設定；下載整包（橘底）打包 PNG＋json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匯入選單展開</a:t>
            </a:r>
            <a:endParaRPr lang="en-US" sz="3800" dirty="0"/>
          </a:p>
        </p:txBody>
      </p:sp>
      <p:pic>
        <p:nvPicPr>
          <p:cNvPr id="4" name="Image 0" descr="E:\TSE\#Y26 ai優化\04_蝦大\V1\docs\截圖\bn-03-import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515297"/>
            <a:ext cx="9875520" cy="83324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161288" y="3515297"/>
            <a:ext cx="9875520" cy="833247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上傳素材包會跳瀏覽器原生的資料夾確認框，是正常現象，不是出錯。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總覽模式</a:t>
            </a:r>
            <a:endParaRPr lang="en-US" sz="3800" dirty="0"/>
          </a:p>
        </p:txBody>
      </p:sp>
      <p:pic>
        <p:nvPicPr>
          <p:cNvPr id="4" name="Image 0" descr="E:\TSE\#Y26 ai優化\04_蝦大\V1\docs\截圖\bn-04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4056" y="1874520"/>
            <a:ext cx="6729984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34056" y="1874520"/>
            <a:ext cx="6729984" cy="420624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預設畫面：不用捲動就能一次看完所有勾選的版位；左欄勾選決定「出現在畫面」也決定「下載整包」範圍。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畫布模式</a:t>
            </a:r>
            <a:endParaRPr lang="en-US" sz="3800" dirty="0"/>
          </a:p>
        </p:txBody>
      </p:sp>
      <p:pic>
        <p:nvPicPr>
          <p:cNvPr id="4" name="Image 0" descr="E:\TSE\#Y26 ai優化\04_蝦大\V1\docs\截圖\bn-05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4056" y="1874520"/>
            <a:ext cx="6729984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34056" y="1874520"/>
            <a:ext cx="6729984" cy="420624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只有這個模式能直接拖拽人物照片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；每塊卡片角落有獨立下載鈕，不受勾選限制。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文案與主題配色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右欄「文案」改一個字，同步套到全部 17 個版位（共用公版定位）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選一款主題，換三件事：底圖、文案六色票、LOGO 配色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款之間位置排版完全一樣，只差顏色與圖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工單「主題」欄位有填值時自動比對套用</a:t>
            </a:r>
            <a:endParaRPr lang="en-US" sz="1500" dirty="0"/>
          </a:p>
        </p:txBody>
      </p:sp>
      <p:pic>
        <p:nvPicPr>
          <p:cNvPr id="5" name="Image 0" descr="E:\TSE\#Y26 ai優化\04_蝦大\V1\docs\截圖\bn-06-the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588" y="1828800"/>
            <a:ext cx="1289304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133588" y="1828800"/>
            <a:ext cx="1289304" cy="429768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蝦大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03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560"/>
                </a:solidFill>
              </a:rPr>
              <a:t>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21031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2103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蝦皮直播（可關）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1031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560"/>
                </a:solidFill>
              </a:rPr>
              <a:t>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103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廠商1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2103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2103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廠商2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E1DC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103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廠商3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17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有的主題改成圍繞人物照片的圓圈徽章；橫式版位齊左、直式／方形置中。橘、白兩版由主題自動挑。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9601200" cy="1005840"/>
          </a:xfrm>
          <a:prstGeom prst="roundRect">
            <a:avLst>
              <a:gd name="adj" fmla="val 9091"/>
            </a:avLst>
          </a:prstGeom>
          <a:solidFill>
            <a:srgbClr val="F7ECD6"/>
          </a:solidFill>
          <a:ln w="12700">
            <a:solidFill>
              <a:srgbClr val="E6C9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3342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已知限制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26864"/>
            <a:ext cx="9144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蝦皮直播 LOGO 文字只佔總高約 37%，暫時無法跟廠商 LOGO 一樣大；窄版位塞滿 3 顆廠商 LOGO 時每顆僅約 27px 寬。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人物照片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人物框與圖素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圖素——新專案預設帶一張，點縮圖換一張套用到所有版位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人物照片——自己上傳，整張 contain 進同一個框，預設貼齊框底</a:t>
            </a:r>
            <a:endParaRPr lang="en-US" sz="1500" dirty="0"/>
          </a:p>
          <a:p>
            <a:pPr marL="228600" indent="-228600">
              <a:lnSpc>
                <a:spcPts val="2025"/>
              </a:lnSpc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上傳／替換／切圖素都會把位置縮放角度重設為預設值</a:t>
            </a:r>
            <a:endParaRPr lang="en-US" sz="1500" dirty="0"/>
          </a:p>
        </p:txBody>
      </p:sp>
      <p:pic>
        <p:nvPicPr>
          <p:cNvPr id="5" name="Image 0" descr="E:\TSE\#Y26 ai優化\04_蝦大\V1\docs\截圖\bn-12-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232906"/>
            <a:ext cx="5760720" cy="348946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97880" y="2232906"/>
            <a:ext cx="5760720" cy="3489468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人物照片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雙人上傳</a:t>
            </a:r>
            <a:endParaRPr lang="en-US" sz="3800" dirty="0"/>
          </a:p>
        </p:txBody>
      </p:sp>
      <p:pic>
        <p:nvPicPr>
          <p:cNvPr id="4" name="Image 0" descr="E:\TSE\#Y26 ai優化\04_蝦大\V1\docs\截圖\bn-09-duo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68865"/>
            <a:ext cx="5760720" cy="34175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85800" y="2268865"/>
            <a:ext cx="5760720" cy="341755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21031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958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上傳第二張自動變成人物2，人物框自動左右拆開，重疊約 8%</a:t>
            </a:r>
            <a:endParaRPr lang="en-US" sz="1450" dirty="0"/>
          </a:p>
          <a:p>
            <a:pPr marL="228600" indent="-228600">
              <a:lnSpc>
                <a:spcPts val="1958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人物1固定在左，且疊在最上層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766560" y="411480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7ECD6"/>
          </a:solidFill>
          <a:ln w="12700">
            <a:solidFill>
              <a:srgbClr val="E6C98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5160" y="42428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4535424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只有「兩邊都是自己上傳的照片」才會拆框；有一邊是圖素就維持單人完整框。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人物照片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位置調整</a:t>
            </a:r>
            <a:endParaRPr lang="en-US" sz="3800" dirty="0"/>
          </a:p>
        </p:txBody>
      </p:sp>
      <p:pic>
        <p:nvPicPr>
          <p:cNvPr id="4" name="Image 0" descr="E:\TSE\#Y26 ai優化\04_蝦大\V1\docs\截圖\bn-08-photo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818" y="1920240"/>
            <a:ext cx="461246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792818" y="1920240"/>
            <a:ext cx="4612460" cy="365760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6080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拖曳＝移動、拉四角＝等比縮放、拉上方圓把手＝旋轉（Shift 吸附 15 度）。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整體套用到所有未單獨調整的版位；切到畫布模式可單獨調某一塊。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交件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下載與暫存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下載整包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勾選版位各一張 PNG ＋ project.json 打包 zip，正式交件用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20574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下載暫存檔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只存設定快照，不渲染圖片，給繼續編輯用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20574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單張 PNG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每塊版位卡片角落的下載鈕，不受勾選限制</a:t>
            </a:r>
            <a:endParaRPr lang="en-US" sz="1150" dirty="0"/>
          </a:p>
        </p:txBody>
      </p:sp>
      <p:pic>
        <p:nvPicPr>
          <p:cNvPr id="13" name="Image 0" descr="E:\TSE\#Y26 ai優化\04_蝦大\V1\docs\截圖\bn-11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5550" y="3520440"/>
            <a:ext cx="5226996" cy="28346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4" name="Shape 11"/>
          <p:cNvSpPr/>
          <p:nvPr/>
        </p:nvSpPr>
        <p:spPr>
          <a:xfrm>
            <a:off x="3485550" y="3520440"/>
            <a:ext cx="5226996" cy="2834640"/>
          </a:xfrm>
          <a:prstGeom prst="rect">
            <a:avLst/>
          </a:prstGeom>
          <a:ln w="12700">
            <a:solidFill>
              <a:srgbClr val="E1DC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300" b="1" spc="200" kern="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已知限制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6771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上傳素材包會跳瀏覽器原生的資料夾確認框，正常現象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1031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39572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26771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位置調整編輯器固定抓一塊代表版位算整體設定，沒有「選版位」下拉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40740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27939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復原／重做不涵蓋「看的狀態」（總覽/畫布、縮放平移、選到哪一塊）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41148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E1DC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4407408"/>
            <a:ext cx="146304" cy="146304"/>
          </a:xfrm>
          <a:prstGeom prst="rect">
            <a:avLst/>
          </a:prstGeom>
          <a:solidFill>
            <a:srgbClr val="D843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4279392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窄版位塞滿 3 顆廠商 LOGO、蝦皮直播 LOGO 想跟廠商一樣大——受限於既有素材，暫無解法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開始使用 BN 編輯器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D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完整操作手冊與截圖請見 BN編輯器使用說明.html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2026-10-01T06:52:53Z</dcterms:created>
  <dcterms:modified xsi:type="dcterms:W3CDTF">2026-10-01T06:52:53Z</dcterms:modified>
</cp:coreProperties>
</file>