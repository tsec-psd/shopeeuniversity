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蝦皮大學課程活動素材工具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線上編輯器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直接在版面上打字、換語意角色、上傳圖，一次做完一整頁活動頁 MS。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3733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343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蝦大（主力使用者）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4343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3733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4343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第一次打開怎麼做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920240" y="2103120"/>
            <a:ext cx="8321040" cy="2377440"/>
          </a:xfrm>
          <a:prstGeom prst="roundRect">
            <a:avLst>
              <a:gd name="adj" fmla="val 4615"/>
            </a:avLst>
          </a:prstGeom>
          <a:solidFill>
            <a:srgbClr val="211E1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468880"/>
            <a:ext cx="7589520" cy="1645920"/>
          </a:xfrm>
          <a:prstGeom prst="roundRect">
            <a:avLst>
              <a:gd name="adj" fmla="val 5556"/>
            </a:avLst>
          </a:prstGeom>
          <a:ln w="19050">
            <a:solidFill>
              <a:srgbClr val="7A756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286000" y="2743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從左邊「加一段」加一塊進來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3291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或按上面「範例整頁」看完整的一頁長什麼樣子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475488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89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全新打開（瀏覽器裡還沒有暫存內容）會自動帶入一套範例整頁（KV＋活動亮點＋票種說明＋活動流程＋賣家顧問＋活動資訊＋注意事項，共 7 段假字）</a:t>
            </a:r>
            <a:endParaRPr lang="en-US" sz="1400" dirty="0"/>
          </a:p>
          <a:p>
            <a:pPr marL="228600" indent="-228600">
              <a:lnSpc>
                <a:spcPts val="189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已有上次內容時，重新整理會照原樣還原，不會被範例蓋掉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頂列工具</a:t>
            </a:r>
            <a:endParaRPr lang="en-US" sz="3800" dirty="0"/>
          </a:p>
        </p:txBody>
      </p:sp>
      <p:pic>
        <p:nvPicPr>
          <p:cNvPr id="4" name="Image 0" descr="E:\TSE\#Y26 ai優化\04_蝦大\V1\docs\截圖\ms-01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479396"/>
            <a:ext cx="10607040" cy="34472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95528" y="2479396"/>
            <a:ext cx="10607040" cy="344729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3657600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專案名稱同時是輸出檔名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復原／重做：Ctrl Z ／ Ctrl Shift Z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配色主題跟 BN 編輯器 20 個主題連動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開啟選單</a:t>
            </a:r>
            <a:endParaRPr lang="en-US" sz="3800" dirty="0"/>
          </a:p>
        </p:txBody>
      </p:sp>
      <p:pic>
        <p:nvPicPr>
          <p:cNvPr id="4" name="Image 0" descr="E:\TSE\#Y26 ai優化\04_蝦大\V1\docs\截圖\ms-02-open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772591"/>
            <a:ext cx="8229600" cy="158713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984248" y="2772591"/>
            <a:ext cx="8229600" cy="1587137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377440" y="548640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7ECD6"/>
          </a:solidFill>
          <a:ln w="12700">
            <a:solidFill>
              <a:srgbClr val="E6C98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06040" y="56144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590702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「開專案」選檔後直接覆蓋目前畫面，沒有二次確認——跟「清空頁面」不一樣，開專案前請先確定內容已存檔。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組版面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加一段／加一列</a:t>
            </a:r>
            <a:endParaRPr lang="en-US" sz="3800" dirty="0"/>
          </a:p>
        </p:txBody>
      </p:sp>
      <p:pic>
        <p:nvPicPr>
          <p:cNvPr id="4" name="Image 0" descr="E:\TSE\#Y26 ai優化\04_蝦大\V1\docs\截圖\ms-03-sid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862" y="1737360"/>
            <a:ext cx="1181317" cy="43891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426862" y="1737360"/>
            <a:ext cx="1181317" cy="438912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加一段：插在選取那一段的後面，沒選就加到最後；KV 永遠排最上面，只能有一個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最上面另有「不屬於任何一段」區（目前是可重複加的「膠囊標題」）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加一列：先選一段才知道加到哪；有「整張表」的話一鍵換成完整樣態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組版面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在畫布上直接編輯</a:t>
            </a:r>
            <a:endParaRPr lang="en-US" sz="3800" dirty="0"/>
          </a:p>
        </p:txBody>
      </p:sp>
      <p:pic>
        <p:nvPicPr>
          <p:cNvPr id="4" name="Image 0" descr="E:\TSE\#Y26 ai優化\04_蝦大\V1\docs\截圖\ms-04-canvas-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9924" y="1783080"/>
            <a:ext cx="6138248" cy="4297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029924" y="1783080"/>
            <a:ext cx="6138248" cy="429768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麵包屑路徑（可點擊跳層）、頁面總覽縮圖（右上，可收合）、浮動列工具列（上移/下移/複製/刪除）、右欄四層分組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組版面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切換欄位的語意角色</a:t>
            </a:r>
            <a:endParaRPr lang="en-US" sz="3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53949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45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211E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大標題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6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32．Bold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1E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副標／強調文字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6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20．Medium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E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一般內文說明文字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6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15．Regular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1E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條列重點一條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6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14．Regular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E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備註或小字說明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6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12．Regular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9224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958"/>
              </a:lnSpc>
              <a:spcAft>
                <a:spcPts val="1000"/>
              </a:spcAft>
              <a:buSzPct val="100000"/>
              <a:buChar char="■"/>
            </a:pPr>
            <a:r>
              <a:rPr lang="en-US" sz="14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點任一列即換成該角色，盡量把既有文字帶過去；每列用實際字級字重畫樣本字</a:t>
            </a:r>
            <a:endParaRPr lang="en-US" sz="1450" dirty="0"/>
          </a:p>
          <a:p>
            <a:pPr marL="228600" indent="-228600">
              <a:lnSpc>
                <a:spcPts val="1958"/>
              </a:lnSpc>
              <a:spcAft>
                <a:spcPts val="1000"/>
              </a:spcAft>
              <a:buSzPct val="100000"/>
              <a:buChar char="■"/>
            </a:pPr>
            <a:r>
              <a:rPr lang="en-US" sz="14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這些數字是逐層量 PSD 校準出來的，只能挑角色、不能自由調字級字重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組版面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進階模式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預設關閉，日常只需要「加一段、加一列、打字、換角色」。打開後（狀態會記住）：</a:t>
            </a:r>
            <a:endParaRPr lang="en-US" sz="1400" dirty="0"/>
          </a:p>
        </p:txBody>
      </p:sp>
      <p:pic>
        <p:nvPicPr>
          <p:cNvPr id="5" name="Image 0" descr="E:\TSE\#Y26 ai優化\04_蝦大\V1\docs\截圖\ms-07-advanced-sid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563" y="2286000"/>
            <a:ext cx="3149194" cy="3840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991563" y="2286000"/>
            <a:ext cx="3149194" cy="384048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pic>
        <p:nvPicPr>
          <p:cNvPr id="7" name="Image 1" descr="E:\TSE\#Y26 ai優化\04_蝦大\V1\docs\截圖\ms-08-advanced-right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561" y="2286000"/>
            <a:ext cx="2768718" cy="3840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7119561" y="2286000"/>
            <a:ext cx="2768718" cy="384048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00200" y="6172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左欄「加一列」底部多出「進階：空白容器」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537960" y="6172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右欄「這一格」「這一列」多出細節操作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配色跟著 BN 主題走</a:t>
            </a:r>
            <a:endParaRPr lang="en-US" sz="3800" dirty="0"/>
          </a:p>
        </p:txBody>
      </p:sp>
      <p:pic>
        <p:nvPicPr>
          <p:cNvPr id="4" name="Image 0" descr="E:\TSE\#Y26 ai優化\04_蝦大\V1\docs\截圖\ms-06-th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194560"/>
            <a:ext cx="8686800" cy="3474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755648" y="2194560"/>
            <a:ext cx="8686800" cy="347472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選一個，整頁 12 個顏色立刻換掉，畫布／縮圖／匯出全部一致；選「預設配色」退回原本校準色。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交件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存檔與匯出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存專案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下載 .json，含版面與圖片，換電腦打開也完整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20574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整張 PNG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一張拼接好的整頁長圖，臨時預覽最快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20574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匯出整包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zip：每段 JPG＋整張 PNG＋project.json</a:t>
            </a:r>
            <a:endParaRPr lang="en-US" sz="1150" dirty="0"/>
          </a:p>
        </p:txBody>
      </p:sp>
      <p:pic>
        <p:nvPicPr>
          <p:cNvPr id="13" name="Image 0" descr="E:\TSE\#Y26 ai優化\04_蝦大\V1\docs\截圖\ms-09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0657" y="3543300"/>
            <a:ext cx="5436781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4" name="Shape 11"/>
          <p:cNvSpPr/>
          <p:nvPr/>
        </p:nvSpPr>
        <p:spPr>
          <a:xfrm>
            <a:off x="3380657" y="3543300"/>
            <a:ext cx="5436781" cy="269748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注意事項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已知限制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6771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2026-09-29 起不再匯出 Excel 工單，如仍需要請洽專案負責人員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21031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39572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26771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「開啟選單」裡的「開專案」沒有覆蓋確認，選了就直接蓋掉畫面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40740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27939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拖放只支援圖片拖到圖片欄位／KV；不支援拖曳排序區段或列、不支援拖 .json 開檔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4114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440740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427939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部分視覺仍在逐步校準：表格線色、部分字級、較新列型／區段還沒一一對過 PSD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開始使用 MS 線上編輯器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D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完整操作手冊與截圖請見 MS線上編輯器使用說明.html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2026-10-01T06:54:46Z</dcterms:created>
  <dcterms:modified xsi:type="dcterms:W3CDTF">2026-10-01T06:54:46Z</dcterms:modified>
</cp:coreProperties>
</file>